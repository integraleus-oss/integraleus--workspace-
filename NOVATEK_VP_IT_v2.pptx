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2" r:id="rId11"/>
    <p:sldId id="264" r:id="rId9"/>
    <p:sldId id="265" r:id="rId8"/>
    <p:sldId id="266" r:id="rId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6771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D0F0"/>
                </a:solidFill>
                <a:latin typeface="Arial"/>
              </a:defRPr>
            </a:pPr>
            <a:r>
              <a:t>Стратегическое обоснование для руководства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5469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5469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5469"/>
                </a:solidFill>
                <a:latin typeface="Arial"/>
              </a:defRPr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Каждый месяц без действий — это $9K подписки + растущий риск деактивации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Российская SCADA-платформа №1</a:t>
            </a:r>
            <a:br/>
            <a:r>
              <a:t>от АО «Атомик Софт» (Томск)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C00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рубежом.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822960"/>
            <a:ext cx="420624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  <a:br/>
            <a:r>
              <a:t>• Некоторые «курьерские сервисы» (REST API, облако, Event Frames) потребуют доработки</a:t>
            </a:r>
            <a:br/>
            <a:r>
              <a:t>• Основные функции (архив, визуализация, тревоги, протоколы) заменяются полностью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Считаем: сколько тегов,</a:t>
            </a:r>
            <a:br/>
            <a:r>
              <a:t>какие протоколы, какие</a:t>
            </a:r>
            <a:br/>
            <a:r>
              <a:t>скрипты, что критично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965960"/>
            <a:ext cx="274320" cy="27432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75AD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 — проверяем</a:t>
            </a:r>
            <a:br/>
            <a:r>
              <a:t>всё на практике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965960"/>
            <a:ext cx="274320" cy="27432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Переводим объекты.</a:t>
            </a:r>
            <a:br/>
            <a:r>
              <a:t>PI + Альфа параллельно.</a:t>
            </a:r>
            <a:br/>
            <a:r>
              <a:t>Обучаем людей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10312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777240"/>
            <a:ext cx="2834640" cy="292608"/>
          </a:xfrm>
          <a:prstGeom prst="rect">
            <a:avLst/>
          </a:prstGeom>
          <a:solidFill>
            <a:srgbClr val="8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777240"/>
            <a:ext cx="3108960" cy="29260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8046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04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521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521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15214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53896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49047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28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6712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6712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16712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5054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50545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437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84378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4378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45536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821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1821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1821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04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5204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2044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58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8587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5876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970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1970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1970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1-2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2-4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Согласование бюджета по итогам аудита.</a:t>
            </a:r>
            <a:br/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pic>
        <p:nvPicPr>
          <p:cNvPr id="3" name="Picture 2" descr="contac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Будущее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в ваших руках.</a:t>
            </a:r>
          </a:p>
        </p:txBody>
      </p:sp>
      <p:pic>
        <p:nvPicPr>
          <p:cNvPr id="6" name="Picture 5" descr="qr_or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