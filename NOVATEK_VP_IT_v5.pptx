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2" r:id="rId11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Стратегическое обоснование для руководства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Каждый месяц без действий — это $9K подписки + растущий риск деактивации</a:t>
            </a:r>
          </a:p>
        </p:txBody>
      </p:sp>
      <p:pic>
        <p:nvPicPr>
          <p:cNvPr id="21" name="Picture 20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432000" cy="432000"/>
          </a:xfrm>
          <a:prstGeom prst="rect">
            <a:avLst/>
          </a:prstGeom>
        </p:spPr>
      </p:pic>
      <p:pic>
        <p:nvPicPr>
          <p:cNvPr id="22" name="Picture 2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05840"/>
            <a:ext cx="432000" cy="43200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9040"/>
            <a:ext cx="288000" cy="288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499040"/>
            <a:ext cx="288000" cy="288000"/>
          </a:xfrm>
          <a:prstGeom prst="rect">
            <a:avLst/>
          </a:prstGeom>
        </p:spPr>
      </p:pic>
      <p:pic>
        <p:nvPicPr>
          <p:cNvPr id="27" name="Picture 26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9040"/>
            <a:ext cx="288000" cy="288000"/>
          </a:xfrm>
          <a:prstGeom prst="rect">
            <a:avLst/>
          </a:prstGeom>
        </p:spPr>
      </p:pic>
      <p:pic>
        <p:nvPicPr>
          <p:cNvPr id="28" name="Picture 2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499040"/>
            <a:ext cx="288000" cy="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/>
            </a:r>
          </a:p>
        </p:txBody>
      </p:sp>
      <p:pic>
        <p:nvPicPr>
          <p:cNvPr id="22" name="Picture 21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0" y="1280160"/>
            <a:ext cx="396000" cy="396000"/>
          </a:xfrm>
          <a:prstGeom prst="rect">
            <a:avLst/>
          </a:prstGeom>
        </p:spPr>
      </p:pic>
      <p:pic>
        <p:nvPicPr>
          <p:cNvPr id="23" name="Picture 22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2148840"/>
            <a:ext cx="396000" cy="396000"/>
          </a:xfrm>
          <a:prstGeom prst="rect">
            <a:avLst/>
          </a:prstGeom>
        </p:spPr>
      </p:pic>
      <p:pic>
        <p:nvPicPr>
          <p:cNvPr id="24" name="Picture 2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00" y="3017520"/>
            <a:ext cx="396000" cy="396000"/>
          </a:xfrm>
          <a:prstGeom prst="rect">
            <a:avLst/>
          </a:prstGeom>
        </p:spPr>
      </p:pic>
      <p:pic>
        <p:nvPicPr>
          <p:cNvPr id="25" name="Picture 24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000" y="3886200"/>
            <a:ext cx="396000" cy="3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